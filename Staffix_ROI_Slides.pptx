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Сколько зарабатывает салон с Staffix?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Салон красоты  •  3 мастера  •  средний чек 200 000 сум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7315200" cy="438912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Дополнительная выручка с AI-сотрудником: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57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Быстрые ответы → больше записей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774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Конверсия обращений: 60% → 85%  •  +4 записи/день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1488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4ADE80"/>
                </a:solidFill>
                <a:latin typeface="Calibri"/>
              </a:defRPr>
            </a:pPr>
            <a:r>
              <a:t>+20 000 000 сум/мес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88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Напоминания → меньше пустых кресел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108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Неявки снижаются на 50%  •  15 спасённых записей/мес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880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4ADE80"/>
                </a:solidFill>
                <a:latin typeface="Calibri"/>
              </a:defRPr>
            </a:pPr>
            <a:r>
              <a:t>+3 000 000 сум/мес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520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Реактивация → возврат клиентов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840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50 неактивных клиентов  •  20% возвращаются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6118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4ADE80"/>
                </a:solidFill>
                <a:latin typeface="Calibri"/>
              </a:defRPr>
            </a:pPr>
            <a:r>
              <a:t>+2 000 000 сум/мес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97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Отзывы → рост рейтинга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572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Рейтинг 4.2 → 4.7 в Google/2GIS  •  +10% новых обращений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343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4ADE80"/>
                </a:solidFill>
                <a:latin typeface="Calibri"/>
              </a:defRPr>
            </a:pPr>
            <a:r>
              <a:t>+новые клиенты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658368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371600"/>
            <a:ext cx="3474720" cy="438912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Calibri"/>
              </a:defRPr>
            </a:pPr>
            <a:r>
              <a:t>ИТОГО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ADE80"/>
                </a:solidFill>
                <a:latin typeface="Calibri"/>
              </a:defRPr>
            </a:pPr>
            <a:r>
              <a:t>+25 000 000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2651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сум/мес доп. выручки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291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Стоимость Staffix: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Calibri"/>
              </a:defRPr>
            </a:pPr>
            <a:r>
              <a:t>260 000 сум/мес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4206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Окупаемость: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480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BBF24"/>
                </a:solidFill>
                <a:latin typeface="Calibri"/>
              </a:defRPr>
            </a:pPr>
            <a:r>
              <a:t>за 1 день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Calibri"/>
              </a:defRPr>
            </a:pPr>
            <a:r>
              <a:t>Staffix стоит меньше одного среднего чека. А приносит — десятки миллионов.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staffix.io  •  14 дней бесплатно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Сколько зарабатывает клиника с Staffix?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Клиника / Стоматология  •  3 врача  •  средний чек 500 000 сум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7315200" cy="438912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Дополнительная выручка с AI-сотрудником: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57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Быстрые ответы → больше пациентов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774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Конверсия обращений: 50% → 75%  •  +5 записей/день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1488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4ADE80"/>
                </a:solidFill>
                <a:latin typeface="Calibri"/>
              </a:defRPr>
            </a:pPr>
            <a:r>
              <a:t>+62 500 000 сум/мес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88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Напоминания → меньше пустых слотов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108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Неявки снижаются на 55%  •  22 спасённых приёма/мес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880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4ADE80"/>
                </a:solidFill>
                <a:latin typeface="Calibri"/>
              </a:defRPr>
            </a:pPr>
            <a:r>
              <a:t>+11 000 000 сум/мес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520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Реактивация → возврат пациентов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840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80 неактивных пациентов  •  'Пора на осмотр'  •  15% возвращаются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6118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4ADE80"/>
                </a:solidFill>
                <a:latin typeface="Calibri"/>
              </a:defRPr>
            </a:pPr>
            <a:r>
              <a:t>+6 000 000 сум/мес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97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Отзывы → доверие и поток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572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Рейтинг 4.3 → 4.8  •  Для клиники рейтинг = решение о визите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343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4ADE80"/>
                </a:solidFill>
                <a:latin typeface="Calibri"/>
              </a:defRPr>
            </a:pPr>
            <a:r>
              <a:t>+новые пациенты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658368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371600"/>
            <a:ext cx="3474720" cy="438912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Calibri"/>
              </a:defRPr>
            </a:pPr>
            <a:r>
              <a:t>ИТОГО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4ADE80"/>
                </a:solidFill>
                <a:latin typeface="Calibri"/>
              </a:defRPr>
            </a:pPr>
            <a:r>
              <a:t>+79 500 000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2651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сум/мес доп. выручки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291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Стоимость Staffix: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Calibri"/>
              </a:defRPr>
            </a:pPr>
            <a:r>
              <a:t>520 000 сум/мес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4206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Окупаемость: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480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BBF24"/>
                </a:solidFill>
                <a:latin typeface="Calibri"/>
              </a:defRPr>
            </a:pPr>
            <a:r>
              <a:t>за 1 приём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Calibri"/>
              </a:defRPr>
            </a:pPr>
            <a:r>
              <a:t>Один пропущенный пациент = 500 000 сум. Staffix стоит как один приём.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staffix.io  •  14 дней бесплатно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Сколько зарабатывает магазин с Staffix?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Магазин / Доставка  •  средний чек 300 000 сум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7315200" cy="438912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Дополнительная выручка с AI-сотрудником: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57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Быстрые ответы → больше заказов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774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Конверсия: 40% → 65%  •  +6 заказов/день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1488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4ADE80"/>
                </a:solidFill>
                <a:latin typeface="Calibri"/>
              </a:defRPr>
            </a:pPr>
            <a:r>
              <a:t>+45 000 000 сум/мес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88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Допродажи → рост среднего чека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108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'К букету часто берут открытку и конфеты'  •  +20% к чеку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880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4ADE80"/>
                </a:solidFill>
                <a:latin typeface="Calibri"/>
              </a:defRPr>
            </a:pPr>
            <a:r>
              <a:t>+9 000 000 сум/мес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520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Реактивация → повторные заказы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840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100 неактивных клиентов  •  'Новая коллекция! Скидка 10%'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6118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4ADE80"/>
                </a:solidFill>
                <a:latin typeface="Calibri"/>
              </a:defRPr>
            </a:pPr>
            <a:r>
              <a:t>+6 000 000 сум/мес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97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Рассылки → акции по сегментам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572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VIP — эксклюзив  •  Новые — скидка  •  Неактивные — возврат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343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4ADE80"/>
                </a:solidFill>
                <a:latin typeface="Calibri"/>
              </a:defRPr>
            </a:pPr>
            <a:r>
              <a:t>+3 000 000 сум/мес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658368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371600"/>
            <a:ext cx="3474720" cy="4389120"/>
          </a:xfrm>
          <a:prstGeom prst="roundRect">
            <a:avLst/>
          </a:prstGeom>
          <a:solidFill>
            <a:srgbClr val="12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Calibri"/>
              </a:defRPr>
            </a:pPr>
            <a:r>
              <a:t>ИТОГО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4ADE80"/>
                </a:solidFill>
                <a:latin typeface="Calibri"/>
              </a:defRPr>
            </a:pPr>
            <a:r>
              <a:t>+63 000 000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2651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сум/мес доп. выручки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291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Стоимость Staffix: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Calibri"/>
              </a:defRPr>
            </a:pPr>
            <a:r>
              <a:t>260 000 сум/мес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4206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Окупаемость: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480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BBF24"/>
                </a:solidFill>
                <a:latin typeface="Calibri"/>
              </a:defRPr>
            </a:pPr>
            <a:r>
              <a:t>за 1 заказ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Calibri"/>
              </a:defRPr>
            </a:pPr>
            <a:r>
              <a:t>AI-сотрудник консультирует, продаёт и допродаёт. Вы собираете и отправляете.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staffix.io  •  14 дней бесплатно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